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morning, I’m Varsha. This project focuses on predicting job acceptance using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Companies struggle to identify candidates who will accept offers, leading to inefficiencies.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goal is to build a predictive model and generate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Dataset includes candidate performance and hiring-related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was cleaned to ensure consistency and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Derived meaningful features to improve model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Academic scores showed minimal influence on 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Higher skills lead to better interview scores and 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Certifications have limited impact compared to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Used Logistic Regression for predicting 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performs well with balanced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Streamlit dashboard provides real-time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KPIs help in quick decision-making.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Helps companies make data-driven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ML solution with insights and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Future scope includes deployment and model improvements.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I am happy to answer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Job Acceptance Prediction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Varsha</a:t>
            </a:r>
          </a:p>
          <a:p>
            <a:pPr/>
            <a:r>
              <a:t>Machine Learning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Hiring inefficiencies</a:t>
            </a:r>
          </a:p>
          <a:p>
            <a:pPr/>
            <a:r>
              <a:t>Offer dropouts</a:t>
            </a:r>
          </a:p>
          <a:p>
            <a:pPr/>
            <a:r>
              <a:t>Lack of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Predict job acceptance</a:t>
            </a:r>
          </a:p>
          <a:p>
            <a:pPr/>
            <a:r>
              <a:t>Analyze performance</a:t>
            </a:r>
          </a:p>
          <a:p>
            <a:pPr/>
            <a:r>
              <a:t>Identify high-risk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51K candidates</a:t>
            </a:r>
          </a:p>
          <a:p>
            <a:pPr/>
            <a:r>
              <a:t>Skills, academics, interview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Handled missing values</a:t>
            </a:r>
          </a:p>
          <a:p>
            <a:pPr/>
            <a:r>
              <a:t>Removed duplicates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Interview avg</a:t>
            </a:r>
          </a:p>
          <a:p>
            <a:pPr/>
            <a:r>
              <a:t>Skill levels</a:t>
            </a:r>
          </a:p>
          <a:p>
            <a:pPr/>
            <a:r>
              <a:t>Academic bands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- Academic vs Placement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Low impact observed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- Skills vs Interview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Strong relationship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- Certification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Minimal effect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Logistic Regression</a:t>
            </a:r>
          </a:p>
          <a:p>
            <a:pPr/>
            <a:r>
              <a:t>Binary classification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Accuracy: 86%</a:t>
            </a:r>
          </a:p>
          <a:p>
            <a:pPr/>
            <a:r>
              <a:t>Precision: 79%</a:t>
            </a:r>
          </a:p>
          <a:p>
            <a:pPr/>
            <a:r>
              <a:t>Recall: 73%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KPIs &amp; insights visualization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Placement rate</a:t>
            </a:r>
          </a:p>
          <a:p>
            <a:pPr/>
            <a:r>
              <a:t>Skills avg</a:t>
            </a:r>
          </a:p>
          <a:p>
            <a:pPr/>
            <a:r>
              <a:t>High-risk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Better hiring</a:t>
            </a:r>
          </a:p>
          <a:p>
            <a:pPr/>
            <a:r>
              <a:t>Reduced dropout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End-to-end ML pipeline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Advanced models</a:t>
            </a:r>
          </a:p>
          <a:p>
            <a:pPr/>
            <a:r>
              <a:t>Deployment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